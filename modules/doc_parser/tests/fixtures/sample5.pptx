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iVIaxiOKhfn0dJlJhUgAgRsYQD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6AC0A0-6B84-4B57-942A-8DCC3E1BAABE}">
  <a:tblStyle styleId="{E16AC0A0-6B84-4B57-942A-8DCC3E1BAAB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4E6"/>
          </a:solidFill>
        </a:fill>
      </a:tcStyle>
    </a:wholeTbl>
    <a:band1H>
      <a:tcTxStyle/>
      <a:tcStyle>
        <a:tcBdr/>
        <a:fill>
          <a:solidFill>
            <a:srgbClr val="FFE8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8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4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FF4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4" d="100"/>
          <a:sy n="94" d="100"/>
        </p:scale>
        <p:origin x="42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77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1549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e0a0cdf24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e0a0cdf24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493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0a0cdf242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ge0a0cdf242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55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e0a0cdf242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e0a0cdf242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691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e0a0cdf242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e0a0cdf242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484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e0a0cdf24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e0a0cdf242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483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e0a0cdf242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e0a0cdf242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4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0a0cdf242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ge0a0cdf242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824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e0a0cdf242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e0a0cdf242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7228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e0a0cdf242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e0a0cdf242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9858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e0a0cdf24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e0a0cdf242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910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e0a0cdf242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ge0a0cdf242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6913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e0a0cdf24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ge0a0cdf242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566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e0a0cdf242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ge0a0cdf242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639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e0a0cdf24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ge0a0cdf24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300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e0a0cdf242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e0a0cdf242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3307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e0a0cdf242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ge0a0cdf242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243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0a0cdf242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e0a0cdf242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555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e0a0cdf242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e0a0cdf242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4501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a0cdf242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ge0a0cdf242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840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e0a0cdf242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ge0a0cdf242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1621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e0a0cdf242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ge0a0cdf242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84656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e0a0cdf242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ge0a0cdf242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239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e0a0cdf24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ge0a0cdf24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5173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e0a0cdf242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e0a0cdf242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75001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e0a0cdf242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ge0a0cdf242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551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e0a0cdf242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ge0a0cdf242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2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8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9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1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1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51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4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5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5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6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7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e0a0cdf242_0_91"/>
          <p:cNvSpPr txBox="1"/>
          <p:nvPr/>
        </p:nvSpPr>
        <p:spPr>
          <a:xfrm>
            <a:off x="719328" y="1926336"/>
            <a:ext cx="7729800" cy="1446600"/>
          </a:xfrm>
          <a:prstGeom prst="rect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     작가 맘대로 만든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&lt;긴긴밤&gt; 속 나의 부캐 찾기 테스트!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e0a0cdf242_0_91"/>
          <p:cNvSpPr txBox="1"/>
          <p:nvPr/>
        </p:nvSpPr>
        <p:spPr>
          <a:xfrm>
            <a:off x="0" y="4462272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본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테스트는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전문가와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상의없이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만들어진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4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작가 마음대로 </a:t>
            </a:r>
            <a:r>
              <a:rPr lang="en-US" sz="1400" b="1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r>
              <a:rPr lang="ko-KR" altLang="en-US" sz="14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입니다</a:t>
            </a:r>
            <a:r>
              <a:rPr lang="en-US" altLang="ko-KR" sz="14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e0a0cdf242_0_96"/>
          <p:cNvSpPr txBox="1"/>
          <p:nvPr/>
        </p:nvSpPr>
        <p:spPr>
          <a:xfrm>
            <a:off x="1170432" y="1548384"/>
            <a:ext cx="6900600" cy="3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1]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당신은 아프리카로 여행을 가게 되었습니다. 차를 타고 주변 풍경을 구경하다가 갑자기 길목을 가로막은 미어캣 가족을 만났습니다.  황급히 차를 세운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조용히 차 안에서 미어캣 가족이 길을 비켜 주기를 기다립니다.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차에서 내려 미어캣 가족에게 다가가 무슨 이유에서 길을 막아     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섰는지 물어봅니다.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e0a0cdf242_0_100"/>
          <p:cNvSpPr txBox="1"/>
          <p:nvPr/>
        </p:nvSpPr>
        <p:spPr>
          <a:xfrm>
            <a:off x="1158240" y="1316736"/>
            <a:ext cx="69006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2]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미어캣 가족이 떠나고 다시 차를 출발하려 하는데, 영어/한국어/스와힐리어를 유창하게 구사하는 앵무새가 창문을 두드리며 함께 여행하는 것이 어떻겠냐는 제안을 합니다.  당신은,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혼자 조용히 아프리카 여행을 즐기고 싶었지만 거절하기가 어려워 마지못해 수락합니다. 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여행을 하는데 도움이 될 것이라는 생각보다도, 동행이 생긴    것이 너무나 기뻐 기꺼이 수락합니다.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e0a0cdf242_0_104"/>
          <p:cNvSpPr txBox="1"/>
          <p:nvPr/>
        </p:nvSpPr>
        <p:spPr>
          <a:xfrm>
            <a:off x="1194816" y="1133856"/>
            <a:ext cx="6900600" cy="46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3]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앵무새가 오늘 저녁에 근처 국립공원에서 멋진 파티가 열린다는 소식을 알려줍니다. 드레스 코드는 아프리카 동물이라서, 동물 코스튬을 입으면 누구나 파티에 참석할 수 있습니다. 같이 파티에 가자는 앵무새의 말에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동물 코스튬을 구하는 것이 어렵다는 핑계를 대며 정중히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거절합니다.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집에서 가져온 동물잠옷을 꺼내며 광분하여 당신과 앵무새가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파티에 가는건 운명이라고 소리칩니다.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e0a0cdf242_0_108"/>
          <p:cNvSpPr txBox="1"/>
          <p:nvPr/>
        </p:nvSpPr>
        <p:spPr>
          <a:xfrm>
            <a:off x="1170432" y="1548384"/>
            <a:ext cx="6900600" cy="3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4]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3시간 정도 앵무새와 수다를 떨며 이곳저곳을 탐방한 당신은,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좀 기가 빨리고 피곤하다는 생각이 들어서 이제 집에 가고   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싶어집니다. 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너무나도 새롭고 신기한 앵무새와의 동행이 이번 여행의   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활력소라는 생각이 듭니다.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e0a0cdf242_0_112"/>
          <p:cNvSpPr txBox="1"/>
          <p:nvPr/>
        </p:nvSpPr>
        <p:spPr>
          <a:xfrm>
            <a:off x="1207008" y="1243584"/>
            <a:ext cx="6900600" cy="42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5]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앵무새가 친한 친구라며 표범을 불러서 같이 놀자고 합니다.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앵무새만으로도 충분히 버겁습니다. 표범이 좀 부담스러워서   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거절하고 싶지만 앵무새가 너무 신나 보여서 마지못해  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그러자고 합니다.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언제나 센 친구 한 명쯤 사귀고 싶었는데 기회다 싶어서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그러자고 합니다. 친구가 많을수록 여행을 즐거워지니까요.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e0a0cdf242_0_116"/>
          <p:cNvSpPr txBox="1"/>
          <p:nvPr/>
        </p:nvSpPr>
        <p:spPr>
          <a:xfrm>
            <a:off x="1255776" y="1036320"/>
            <a:ext cx="69006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6]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새롭게 합류한 표범이 당신의 여행계획에 태클을 겁니다. 조금 시시한 곳들이라며 더 힙한 곳들을 추천해주겠다고 하는군요.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당신이 짜온 여행계획대로 즐기고 싶어서 단칼에 거절합니다.   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하지만 정중하게요. 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먼저, 이번 여행의 목적과 이유를 설명하면서 당신의   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여행계획이 가진 멋진 점들을 이야기해보고, 그래도 표범이  제안한 곳이 더 멋지다고 생각되면 그때 목적지를 변경합니다.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e0a0cdf242_0_120"/>
          <p:cNvSpPr txBox="1"/>
          <p:nvPr/>
        </p:nvSpPr>
        <p:spPr>
          <a:xfrm>
            <a:off x="1231392" y="1194816"/>
            <a:ext cx="69006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7]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표범이 아는 형의 친구 두더지가 다육이인줄 알고 키운 식물이 알고 보니 바오밥나무라서, 그 뿌리가 이웃 두더지 집들까지 덮쳤는데도, 나무와 정이 들어버린 두더지가 떠나지 못하고 거대 바오밥나무와 함께 살고있다는 이야기를 들려줍니다. 당신은,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그런 미련한 두더지가 어디있냐며 이야기가 과장된 소문일 뿐이라고 여깁니다. 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 아름다운 우정이야기에 감동을 받습니다.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e0a0cdf242_0_124"/>
          <p:cNvSpPr txBox="1"/>
          <p:nvPr/>
        </p:nvSpPr>
        <p:spPr>
          <a:xfrm>
            <a:off x="1170432" y="1670304"/>
            <a:ext cx="7120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8]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표범이 근처에 진리의 연못이 있다고 말해줍니다. 진리의 연못에 얼굴을 비추면 세상과 운명에 대한 해답을 얻을 수 있대요.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그런 수상한 점집에서 시간을 낭비할 수는 없습니다.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언제나 마음속에 가지고 있었던 철학적인 궁금증을 해소할 수 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있는 이 엄청난 기회를 놓칠 수 없습니다.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e0a0cdf242_0_128"/>
          <p:cNvSpPr txBox="1"/>
          <p:nvPr/>
        </p:nvSpPr>
        <p:spPr>
          <a:xfrm>
            <a:off x="1182624" y="1450848"/>
            <a:ext cx="71688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9]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앵무새와 표범이 곧 있을 사바나 국회의원 선거로 열띤 토론 중입니다. 당신은,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앵무새와 표범에게 사바나의 정치에 대해 자세히 설명해달라고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부탁합니다. 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모르는 내용이고 관심도 없습니다. 둘이 떠들게 놔두고 당신은 서서히 혼자만의 공상과 상상의 세계에 빠져듭니다.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e0a0cdf242_0_132"/>
          <p:cNvSpPr txBox="1"/>
          <p:nvPr/>
        </p:nvSpPr>
        <p:spPr>
          <a:xfrm>
            <a:off x="1170432" y="1487424"/>
            <a:ext cx="6888600" cy="3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10]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 모든 이야기를 들으면서,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실은 말도 안되는 일들이라는 것을 마음 속 깊이 알고 있습니다. 심리테스트라고 해서 하고 있지만요.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아프리카에 여행간 상상에 흠뻑 취해 있었습니다. 미어캣을   만나면 좋겠습니다.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e0a0cdf242_0_136"/>
          <p:cNvSpPr txBox="1"/>
          <p:nvPr/>
        </p:nvSpPr>
        <p:spPr>
          <a:xfrm>
            <a:off x="1243584" y="1182624"/>
            <a:ext cx="6900600" cy="42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11]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아프리카의 밤이 깊어가고 있습니다. 숙소로 돌아가는 길을 앵무새는 오른쪽이라고 하고, 표범은 왼쪽이라고 합니다.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길도 어두워져 불안하고 얼른 숙소로 돌아가고 싶습니다. 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정확한 길안내를 위해 숙소에 전화를 합니다.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이것도 여행의 묘미라고 생각합니다. 일단 어떻게 될지는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모르겠지만 둘이 가위바위보를 하라고 해서 어느 방향으로 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갈지를 결정합니다.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e0a0cdf242_0_140"/>
          <p:cNvSpPr txBox="1"/>
          <p:nvPr/>
        </p:nvSpPr>
        <p:spPr>
          <a:xfrm>
            <a:off x="1207008" y="1231392"/>
            <a:ext cx="71322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12]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내일은 기대했던 열기구 투어가 있습니다. 그런데 표범이 실은 어제 연인과 헤어져서 혼자 있기 싫다며 함께 있어달라고 합니다.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열기구 투어는 당신이 고대해온 일생일대의 기회입니다. 표범에게 미안하지만 다음기회에 같이 보자고 사정을 잘 설명합니다. 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표범을 혼자 둘 수는 없습니다. 아쉽지만 열기구 투어를  취소하고 표범과 함께 보낼 수 있는 일정을 다시 짭니다.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e0a0cdf242_0_144"/>
          <p:cNvSpPr txBox="1"/>
          <p:nvPr/>
        </p:nvSpPr>
        <p:spPr>
          <a:xfrm>
            <a:off x="1194816" y="1365504"/>
            <a:ext cx="6900600" cy="3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13]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표범에게 연인과 헤어진 이유가 무엇인지를 물어보자, 그냥 성격차이라고 합니다. 어떤 성격차이 때문이었냐고 물은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개인적인 일인데 너무 꼬치꼬치 캐물은 것은 아닌지, 표범의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눈치를 살피며, 왜 물어봤을까, 하고 후회하기 시작합니다.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표범과 속 얘기도 하고 연애상담을 하면서 더 친해질 수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있겠다고 생각하며, ‘좋아! 자연스러웠어!’ 라고 생각합니다.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e0a0cdf242_0_148"/>
          <p:cNvSpPr txBox="1"/>
          <p:nvPr/>
        </p:nvSpPr>
        <p:spPr>
          <a:xfrm>
            <a:off x="1194816" y="1438656"/>
            <a:ext cx="6900600" cy="3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14]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당신은 앵무새와 표범과 찍은 셀카를 SNS에 올렸습니다. 그런데 표범의 헤어진 연인이 그 사진에 좋아요를 눌렀어요! 표범은 이게 무슨 의미일까를 생각하며 안절부절 못합니다. 숨도 제대로 못 쉴 지경이에요.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조심성 없이 SNS에 사진을 올린 스스로에게 화가 납니다.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앵무새와 표범이 당신을 어떻게 생각할까 걱정이 됩니다.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0a0cdf242_0_152"/>
          <p:cNvSpPr txBox="1"/>
          <p:nvPr/>
        </p:nvSpPr>
        <p:spPr>
          <a:xfrm>
            <a:off x="1207008" y="1304544"/>
            <a:ext cx="69006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[질문 15]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이제 앵무새와 표범과 헤어질 시간이 다가왔습니다. 친구들이 다음에 또 다시 만나자고 하네요. 당신은,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/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내년 여름에 서로 이메일로 정확한 일정을 맞춰서 여행계획을</a:t>
            </a:r>
            <a:r>
              <a:rPr lang="en-US" sz="1800" b="1"/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세우고 다시 만나자고 하면서 연락처를 주고 받습니다. 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지금으로 부터 1년 후에 빨강, 노랑, 초록색이 들어간 열기구에서 다시 만나자고 합니다. 우리의 만남을 운명에 맡기자고요.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8" name="Google Shape;458;ge0a0cdf242_0_156"/>
          <p:cNvGraphicFramePr/>
          <p:nvPr/>
        </p:nvGraphicFramePr>
        <p:xfrm>
          <a:off x="539098" y="603457"/>
          <a:ext cx="8044000" cy="5732700"/>
        </p:xfrm>
        <a:graphic>
          <a:graphicData uri="http://schemas.openxmlformats.org/drawingml/2006/table">
            <a:tbl>
              <a:tblPr firstRow="1" bandRow="1">
                <a:noFill/>
                <a:tableStyleId>{E16AC0A0-6B84-4B57-942A-8DCC3E1BAABE}</a:tableStyleId>
              </a:tblPr>
              <a:tblGrid>
                <a:gridCol w="1005500"/>
                <a:gridCol w="1005500"/>
                <a:gridCol w="1005500"/>
                <a:gridCol w="1005500"/>
                <a:gridCol w="1005500"/>
                <a:gridCol w="1005500"/>
                <a:gridCol w="1005500"/>
                <a:gridCol w="1005500"/>
              </a:tblGrid>
              <a:tr h="143317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1~5번 문항 중에서 A가 3개 이상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1~5번 문항 중에서 B가 3개 이상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14331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6~10번 문항 중에서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A가 3개 이상 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6~10번 문항 중에서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B가 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6~10번 문항 중에서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A가 3개 이상 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6~10번 문항 중에서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B가 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1433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11~15번 문항 중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A가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11~15번 문항 중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B가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11~15번 문항 중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A가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11~15번 문항 중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B가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11~15번 문항 중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A가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11~15번 문항 중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B가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11~15번 문항 중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A가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11~15번 문항 중</a:t>
                      </a:r>
                      <a:endParaRPr sz="1400" b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B가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3개 이상 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</a:tr>
              <a:tr h="1433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치쿠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플라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밍고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노든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할머니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코끼리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아내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아기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펭귄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윔보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앙가부</a:t>
                      </a:r>
                      <a:endParaRPr sz="1800" b="1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ge0a0cdf242_0_160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464" name="Google Shape;464;ge0a0cdf242_0_160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ge0a0cdf242_0_160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ge0a0cdf242_0_160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3999" b="-3999"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ge0a0cdf242_0_160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ge0a0cdf242_0_160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치쿠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e0a0cdf242_0_160"/>
            <p:cNvSpPr/>
            <p:nvPr/>
          </p:nvSpPr>
          <p:spPr>
            <a:xfrm>
              <a:off x="5368102" y="1323842"/>
              <a:ext cx="24540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ge0a0cdf242_0_160"/>
            <p:cNvSpPr txBox="1"/>
            <p:nvPr/>
          </p:nvSpPr>
          <p:spPr>
            <a:xfrm>
              <a:off x="5368102" y="1323842"/>
              <a:ext cx="24540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속마음을 남과 나누는 것을     두려워하지 않습니다.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독립적이고 모험을 즐깁니다.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한번 마음먹은 일은 책임지고 해내기때문에 주변으로부터   신뢰를 받습니다.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배운 것을 응용하는 능력이    뛰어나기 때문에 주어진         환경에서 최대의 효율을         이끌어냅니다.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자칫 이상주의자로 보일 수도 있으나 굉장히 현실적이고     철저한 성격입니다. 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ge0a0cdf242_0_171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476" name="Google Shape;476;ge0a0cdf242_0_171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ge0a0cdf242_0_171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ge0a0cdf242_0_171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ge0a0cdf242_0_171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ge0a0cdf242_0_171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플라밍고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e0a0cdf242_0_171"/>
            <p:cNvSpPr/>
            <p:nvPr/>
          </p:nvSpPr>
          <p:spPr>
            <a:xfrm>
              <a:off x="5442920" y="1323842"/>
              <a:ext cx="23043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ge0a0cdf242_0_171"/>
            <p:cNvSpPr txBox="1"/>
            <p:nvPr/>
          </p:nvSpPr>
          <p:spPr>
            <a:xfrm>
              <a:off x="5442920" y="1323842"/>
              <a:ext cx="23043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다른 사람들이 당연시 여기는 것들에 의문을 제기하고       비판적으로 사고하는 능력이 뛰어납니다.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타인의 감정과 스스로의 감정 모두에 주의를 기울이고      섬세하게 대합니다.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자신이 속한 사회에 이로운 영향을 끼치고자 하는          정의감과 소속감이 강합니다.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철저하고 빈틈없어 보일 수도 있지만 오히려 융통성 있고 이해심이 많은 성격입니다. 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ge0a0cdf242_0_182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488" name="Google Shape;488;ge0a0cdf242_0_182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ge0a0cdf242_0_182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ge0a0cdf242_0_182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7999" b="-7999"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ge0a0cdf242_0_182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ge0a0cdf242_0_182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노든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e0a0cdf242_0_182"/>
            <p:cNvSpPr/>
            <p:nvPr/>
          </p:nvSpPr>
          <p:spPr>
            <a:xfrm>
              <a:off x="5319334" y="1323842"/>
              <a:ext cx="25515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ge0a0cdf242_0_182"/>
            <p:cNvSpPr txBox="1"/>
            <p:nvPr/>
          </p:nvSpPr>
          <p:spPr>
            <a:xfrm>
              <a:off x="5319334" y="1323842"/>
              <a:ext cx="25515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말수가 적고 사색에 잠길 때가 많습니다.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한번 마음먹은 것에 대해서는  확고한 신념을 가집니다.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언제나 계획을 세우지만 그때  그때 떠오르는 영감에 따라      행동할 때가 많습니다.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타인의 슬픔과 기쁨에 쉽게      공감합니다.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주어진 상황을 종합적으로 분석하고 판단하는 능력이 뛰어나요.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무뚝뚝하게 보여질 수 있으나  상대방에게 충실하고                믿음직스러운 성격입니다. 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ge0a0cdf242_0_193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500" name="Google Shape;500;ge0a0cdf242_0_193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ge0a0cdf242_0_193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ge0a0cdf242_0_193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38999" b="-38999"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ge0a0cdf242_0_193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ge0a0cdf242_0_193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할머니 코끼리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e0a0cdf242_0_193"/>
            <p:cNvSpPr/>
            <p:nvPr/>
          </p:nvSpPr>
          <p:spPr>
            <a:xfrm>
              <a:off x="5294943" y="1323842"/>
              <a:ext cx="26001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ge0a0cdf242_0_193"/>
            <p:cNvSpPr txBox="1"/>
            <p:nvPr/>
          </p:nvSpPr>
          <p:spPr>
            <a:xfrm>
              <a:off x="5294943" y="1323842"/>
              <a:ext cx="26001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인정이 많아서 주변사람들을    하나하나 잘 챙깁니다.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통찰력이 뛰어나고 지혜롭습니다.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돌려말하기보다는 직설적으로  말합니다.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아름다움을 감상하고 그것에    감사함을 느낄 때가 많습니다.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그룹에서 주로 리더 역할을 하며, 상대방의 이야기를 잘 들어줘요.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다른 사람의 고민에는 언제나   최고의 해결책을 내놓지만 정작 스스로의 고민에는 끙끙댑니다.  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ge0a0cdf242_0_204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512" name="Google Shape;512;ge0a0cdf242_0_204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ge0a0cdf242_0_204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ge0a0cdf242_0_204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19998" b="-19998"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ge0a0cdf242_0_204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ge0a0cdf242_0_204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아내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e0a0cdf242_0_204"/>
            <p:cNvSpPr/>
            <p:nvPr/>
          </p:nvSpPr>
          <p:spPr>
            <a:xfrm>
              <a:off x="5343712" y="1323842"/>
              <a:ext cx="25026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ge0a0cdf242_0_204"/>
            <p:cNvSpPr txBox="1"/>
            <p:nvPr/>
          </p:nvSpPr>
          <p:spPr>
            <a:xfrm>
              <a:off x="5343712" y="1323842"/>
              <a:ext cx="25026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다재다능하다는 소리를 곧잘  듣습니다.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결단력이 있고 행동이 민첩해서 생각보다는 몸이 먼저 나가는 편입니다.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언제나 활력이 넘쳐서 주변     사람들을 신나게 합니다.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나쁜 기억은 쉽게 잊고 좋은    기억은 오래오래 기억하는      편입니다.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천하태평인것처럼 보일 수도   있지만 누구보다 속이 깊고     책임감이 강합니다. 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ge0a0cdf242_0_215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524" name="Google Shape;524;ge0a0cdf242_0_215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ge0a0cdf242_0_215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ge0a0cdf242_0_215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1999" r="-1999"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ge0a0cdf242_0_215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ge0a0cdf242_0_215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아기펭귄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e0a0cdf242_0_215"/>
            <p:cNvSpPr/>
            <p:nvPr/>
          </p:nvSpPr>
          <p:spPr>
            <a:xfrm>
              <a:off x="5368102" y="1323842"/>
              <a:ext cx="24540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ge0a0cdf242_0_215"/>
            <p:cNvSpPr txBox="1"/>
            <p:nvPr/>
          </p:nvSpPr>
          <p:spPr>
            <a:xfrm>
              <a:off x="5368102" y="1323842"/>
              <a:ext cx="24540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대화를 좋아하고 상대에게     집중해서 리액션을 잘해요.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모르는 사람과도 쉽게 친구가 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예의를 중요시 생각합니다.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작은 것에도 열정적이고         스스로의 감정에 충실합니다.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예쁜 말로 주변사람들을          행복하게 해주기를 좋아해요.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사람 만나기를 좋아하고         주변의 분위기를 순식간에     환하게 만드는 능력이 있어요. 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ge0a0cdf242_0_226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536" name="Google Shape;536;ge0a0cdf242_0_226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ge0a0cdf242_0_226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ge0a0cdf242_0_226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6999" b="-6999"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ge0a0cdf242_0_226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ge0a0cdf242_0_226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윔보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e0a0cdf242_0_226"/>
            <p:cNvSpPr/>
            <p:nvPr/>
          </p:nvSpPr>
          <p:spPr>
            <a:xfrm>
              <a:off x="5442920" y="1323842"/>
              <a:ext cx="23043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ge0a0cdf242_0_226"/>
            <p:cNvSpPr txBox="1"/>
            <p:nvPr/>
          </p:nvSpPr>
          <p:spPr>
            <a:xfrm>
              <a:off x="5442920" y="1323842"/>
              <a:ext cx="23043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솔직한 성격이라서 감정을  마음에 담아두지 않고 다     말해요.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여론에 쉽게 휘둘리지 않고 객관적이고 공정하게 상황을 판단하려고 하는 편입니다.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계획을 세워서 새로운 일에 도전하기를 좋아합니다.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변화에 적응을 잘합니다.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소중한 사람들을 위해서는  무슨 일이든 할 수 있을 만큼 강인한 마음을 가지고 있어요. 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547;ge0a0cdf242_0_248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548" name="Google Shape;548;ge0a0cdf242_0_248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ge0a0cdf242_0_248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ge0a0cdf242_0_248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6999" b="-6999"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ge0a0cdf242_0_248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ge0a0cdf242_0_248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윔보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e0a0cdf242_0_248"/>
            <p:cNvSpPr/>
            <p:nvPr/>
          </p:nvSpPr>
          <p:spPr>
            <a:xfrm>
              <a:off x="5442920" y="1323842"/>
              <a:ext cx="23043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ge0a0cdf242_0_248"/>
            <p:cNvSpPr txBox="1"/>
            <p:nvPr/>
          </p:nvSpPr>
          <p:spPr>
            <a:xfrm>
              <a:off x="5442920" y="1323842"/>
              <a:ext cx="23043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솔직한 성격이라서 감정을  마음에 담아두지 않고 다     말해요.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여론에 쉽게 휘둘리지 않고 객관적이고 공정하게 상황을 판단하려고 하는 편입니다.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계획을 세워서 새로운 일에 도전하기를 좋아합니다.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변화에 적응을 잘합니다.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소중한 사람들을 위해서는  무슨 일이든 할 수 있을 만큼 강인한 마음을 가지고 있어요. 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559;ge0a0cdf242_0_237"/>
          <p:cNvGrpSpPr/>
          <p:nvPr/>
        </p:nvGrpSpPr>
        <p:grpSpPr>
          <a:xfrm>
            <a:off x="679840" y="854346"/>
            <a:ext cx="8142145" cy="4016238"/>
            <a:chOff x="3979" y="894104"/>
            <a:chExt cx="8142145" cy="4016238"/>
          </a:xfrm>
        </p:grpSpPr>
        <p:sp>
          <p:nvSpPr>
            <p:cNvPr id="560" name="Google Shape;560;ge0a0cdf242_0_237"/>
            <p:cNvSpPr/>
            <p:nvPr/>
          </p:nvSpPr>
          <p:spPr>
            <a:xfrm>
              <a:off x="7952324" y="1323842"/>
              <a:ext cx="193800" cy="3586500"/>
            </a:xfrm>
            <a:prstGeom prst="rect">
              <a:avLst/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ge0a0cdf242_0_237"/>
            <p:cNvSpPr/>
            <p:nvPr/>
          </p:nvSpPr>
          <p:spPr>
            <a:xfrm>
              <a:off x="197762" y="1323842"/>
              <a:ext cx="5040000" cy="3586500"/>
            </a:xfrm>
            <a:prstGeom prst="frame">
              <a:avLst>
                <a:gd name="adj1" fmla="val 5450"/>
              </a:avLst>
            </a:prstGeom>
            <a:solidFill>
              <a:srgbClr val="FFE2BA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ge0a0cdf242_0_237"/>
            <p:cNvSpPr/>
            <p:nvPr/>
          </p:nvSpPr>
          <p:spPr>
            <a:xfrm>
              <a:off x="3979" y="894104"/>
              <a:ext cx="4846200" cy="3392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9999" b="-9999"/>
              </a:stretch>
            </a:blip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ge0a0cdf242_0_237"/>
            <p:cNvSpPr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e0a0cdf242_0_237"/>
            <p:cNvSpPr txBox="1"/>
            <p:nvPr/>
          </p:nvSpPr>
          <p:spPr>
            <a:xfrm>
              <a:off x="394801" y="4287829"/>
              <a:ext cx="46491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76200" rIns="203200" bIns="762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앙가부</a:t>
              </a:r>
              <a:endPara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e0a0cdf242_0_237"/>
            <p:cNvSpPr/>
            <p:nvPr/>
          </p:nvSpPr>
          <p:spPr>
            <a:xfrm>
              <a:off x="5319334" y="1323842"/>
              <a:ext cx="25515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ge0a0cdf242_0_237"/>
            <p:cNvSpPr txBox="1"/>
            <p:nvPr/>
          </p:nvSpPr>
          <p:spPr>
            <a:xfrm>
              <a:off x="5319334" y="1323842"/>
              <a:ext cx="2551500" cy="3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궁금한 건 못 참아요.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이것저것 상상하고 멍 때리기를 좋아해요..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스스로를 둘러싼 세상과 주변  사람들에 관심이 많아요.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풍부한 표현력과 붙임성 있는   성격때문에 인기가 많습니다.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넘치는 활력으로 항상 친구들을 응원하고 힘을 북돋아줍니다. </a:t>
              </a:r>
              <a:endParaRPr/>
            </a:p>
            <a:p>
              <a:pPr marL="0" marR="0" lvl="0" indent="0" algn="l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관계 맺기에 충실해서 한번      친구가 되면 영원한 친구로        남습니다. 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1397</Words>
  <Application>Microsoft Office PowerPoint</Application>
  <PresentationFormat>화면 슬라이드 쇼(4:3)</PresentationFormat>
  <Paragraphs>214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Malgun Gothic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2</cp:revision>
  <dcterms:modified xsi:type="dcterms:W3CDTF">2021-09-14T01:27:07Z</dcterms:modified>
</cp:coreProperties>
</file>