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3324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E35E1-FE7A-437D-981D-448461619AAE}" type="datetimeFigureOut">
              <a:rPr lang="ko-KR" altLang="en-US" smtClean="0"/>
              <a:pPr/>
              <a:t>2016-06-03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D3C9-A34A-4821-9B21-68E9F557DC4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E35E1-FE7A-437D-981D-448461619AAE}" type="datetimeFigureOut">
              <a:rPr lang="ko-KR" altLang="en-US" smtClean="0"/>
              <a:pPr/>
              <a:t>2016-06-03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D3C9-A34A-4821-9B21-68E9F557DC4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E35E1-FE7A-437D-981D-448461619AAE}" type="datetimeFigureOut">
              <a:rPr lang="ko-KR" altLang="en-US" smtClean="0"/>
              <a:pPr/>
              <a:t>2016-06-03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D3C9-A34A-4821-9B21-68E9F557DC4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E35E1-FE7A-437D-981D-448461619AAE}" type="datetimeFigureOut">
              <a:rPr lang="ko-KR" altLang="en-US" smtClean="0"/>
              <a:pPr/>
              <a:t>2016-06-03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D3C9-A34A-4821-9B21-68E9F557DC4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E35E1-FE7A-437D-981D-448461619AAE}" type="datetimeFigureOut">
              <a:rPr lang="ko-KR" altLang="en-US" smtClean="0"/>
              <a:pPr/>
              <a:t>2016-06-03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D3C9-A34A-4821-9B21-68E9F557DC4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E35E1-FE7A-437D-981D-448461619AAE}" type="datetimeFigureOut">
              <a:rPr lang="ko-KR" altLang="en-US" smtClean="0"/>
              <a:pPr/>
              <a:t>2016-06-03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D3C9-A34A-4821-9B21-68E9F557DC4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E35E1-FE7A-437D-981D-448461619AAE}" type="datetimeFigureOut">
              <a:rPr lang="ko-KR" altLang="en-US" smtClean="0"/>
              <a:pPr/>
              <a:t>2016-06-03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D3C9-A34A-4821-9B21-68E9F557DC4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E35E1-FE7A-437D-981D-448461619AAE}" type="datetimeFigureOut">
              <a:rPr lang="ko-KR" altLang="en-US" smtClean="0"/>
              <a:pPr/>
              <a:t>2016-06-03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D3C9-A34A-4821-9B21-68E9F557DC4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E35E1-FE7A-437D-981D-448461619AAE}" type="datetimeFigureOut">
              <a:rPr lang="ko-KR" altLang="en-US" smtClean="0"/>
              <a:pPr/>
              <a:t>2016-06-03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D3C9-A34A-4821-9B21-68E9F557DC4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E35E1-FE7A-437D-981D-448461619AAE}" type="datetimeFigureOut">
              <a:rPr lang="ko-KR" altLang="en-US" smtClean="0"/>
              <a:pPr/>
              <a:t>2016-06-03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D3C9-A34A-4821-9B21-68E9F557DC4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E35E1-FE7A-437D-981D-448461619AAE}" type="datetimeFigureOut">
              <a:rPr lang="ko-KR" altLang="en-US" smtClean="0"/>
              <a:pPr/>
              <a:t>2016-06-03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D3C9-A34A-4821-9B21-68E9F557DC4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6E35E1-FE7A-437D-981D-448461619AAE}" type="datetimeFigureOut">
              <a:rPr lang="ko-KR" altLang="en-US" smtClean="0"/>
              <a:pPr/>
              <a:t>2016-06-03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2D3C9-A34A-4821-9B21-68E9F557DC4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8604" y="285720"/>
            <a:ext cx="5929354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b="1" dirty="0" smtClean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6․25</a:t>
            </a:r>
            <a:r>
              <a:rPr lang="ko-KR" altLang="en-US" sz="1300" b="1" dirty="0" smtClean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참전 호국영웅 가족의 아름다운 나라사랑 실천</a:t>
            </a:r>
          </a:p>
          <a:p>
            <a:pPr algn="ctr">
              <a:buFontTx/>
              <a:buChar char="-"/>
            </a:pPr>
            <a:r>
              <a:rPr lang="ko-KR" altLang="en-US" sz="1300" b="1" dirty="0" smtClean="0"/>
              <a:t>호국보훈의 </a:t>
            </a:r>
            <a:r>
              <a:rPr lang="ko-KR" altLang="en-US" sz="1300" b="1" dirty="0" smtClean="0"/>
              <a:t>달을 맞아 간소한 결혼을 치르며 </a:t>
            </a:r>
            <a:endParaRPr lang="en-US" altLang="ko-KR" sz="1300" b="1" dirty="0" smtClean="0"/>
          </a:p>
          <a:p>
            <a:pPr algn="ctr">
              <a:buFontTx/>
              <a:buChar char="-"/>
            </a:pPr>
            <a:r>
              <a:rPr lang="ko-KR" altLang="en-US" sz="1300" b="1" dirty="0" smtClean="0"/>
              <a:t>저소득 </a:t>
            </a:r>
            <a:r>
              <a:rPr lang="ko-KR" altLang="en-US" sz="1300" b="1" dirty="0" smtClean="0"/>
              <a:t>국가유공자를 위한 생필품 지원 </a:t>
            </a:r>
            <a:r>
              <a:rPr lang="en-US" altLang="ko-KR" sz="1300" b="1" dirty="0" smtClean="0"/>
              <a:t>–</a:t>
            </a:r>
          </a:p>
          <a:p>
            <a:pPr>
              <a:buFontTx/>
              <a:buChar char="-"/>
            </a:pPr>
            <a:endParaRPr lang="ko-KR" altLang="en-US" sz="1300" dirty="0" smtClean="0"/>
          </a:p>
          <a:p>
            <a:r>
              <a:rPr lang="ko-KR" altLang="en-US" sz="1300" dirty="0" smtClean="0"/>
              <a:t>□ 호국보훈의 달에 보훈가족 자녀들이 혼례를 치르면서 결혼예물은 모두 생략하는 등 불필요한 허례허식을 지양하고 절약한 비용으로 생활이 어려운 국가유공자를 위한 생필품 세트 </a:t>
            </a:r>
            <a:r>
              <a:rPr lang="en-US" altLang="ko-KR" sz="1300" dirty="0" smtClean="0"/>
              <a:t>100</a:t>
            </a:r>
            <a:r>
              <a:rPr lang="ko-KR" altLang="en-US" sz="1300" dirty="0" smtClean="0"/>
              <a:t>개를 준비</a:t>
            </a:r>
            <a:r>
              <a:rPr lang="en-US" altLang="ko-KR" sz="1300" dirty="0" smtClean="0"/>
              <a:t>, </a:t>
            </a:r>
            <a:r>
              <a:rPr lang="ko-KR" altLang="en-US" sz="1300" dirty="0" smtClean="0"/>
              <a:t>위문하기로 해 따뜻한 감동을 주고 있다</a:t>
            </a:r>
            <a:r>
              <a:rPr lang="en-US" altLang="ko-KR" sz="1300" dirty="0" smtClean="0"/>
              <a:t>. </a:t>
            </a:r>
            <a:endParaRPr lang="ko-KR" altLang="en-US" sz="1300" dirty="0" smtClean="0"/>
          </a:p>
          <a:p>
            <a:endParaRPr lang="en-US" altLang="ko-KR" sz="1300" dirty="0" smtClean="0"/>
          </a:p>
          <a:p>
            <a:r>
              <a:rPr lang="ko-KR" altLang="en-US" sz="1300" dirty="0" smtClean="0"/>
              <a:t>□ </a:t>
            </a:r>
            <a:r>
              <a:rPr lang="ko-KR" altLang="en-US" sz="1300" dirty="0" smtClean="0"/>
              <a:t>이번에 결혼식을 준비하면서 국가유공자를 위한 선물을 마련한 예비부부는 둘 다 보훈가족이다</a:t>
            </a:r>
            <a:r>
              <a:rPr lang="en-US" altLang="ko-KR" sz="1300" dirty="0" smtClean="0"/>
              <a:t>. </a:t>
            </a:r>
            <a:r>
              <a:rPr lang="ko-KR" altLang="en-US" sz="1300" dirty="0" smtClean="0"/>
              <a:t>신부의 조부 윤종국 대령은 </a:t>
            </a:r>
            <a:r>
              <a:rPr lang="en-US" altLang="ko-KR" sz="1300" dirty="0" smtClean="0"/>
              <a:t>6․25</a:t>
            </a:r>
            <a:r>
              <a:rPr lang="ko-KR" altLang="en-US" sz="1300" dirty="0" smtClean="0"/>
              <a:t>전쟁 당시 화천 북방고지전투에서 부상을 입었으나 군의관의 후송 권유를 거절하고 다시 부대복귀 후 전투에 나가 큰 공을 세우고 화랑무공훈장을 받았으며</a:t>
            </a:r>
            <a:r>
              <a:rPr lang="en-US" altLang="ko-KR" sz="1300" dirty="0" smtClean="0"/>
              <a:t>, </a:t>
            </a:r>
            <a:r>
              <a:rPr lang="ko-KR" altLang="en-US" sz="1300" dirty="0" smtClean="0"/>
              <a:t>신랑의 조부 장호진 준장도 학도병으로 </a:t>
            </a:r>
            <a:r>
              <a:rPr lang="en-US" altLang="ko-KR" sz="1300" dirty="0" smtClean="0"/>
              <a:t>6․25</a:t>
            </a:r>
            <a:r>
              <a:rPr lang="ko-KR" altLang="en-US" sz="1300" dirty="0" smtClean="0"/>
              <a:t>전투에 참여하여 큰 공을 세운 후 충무무공훈장을 받고 준장으로 예편했다</a:t>
            </a:r>
            <a:r>
              <a:rPr lang="en-US" altLang="ko-KR" sz="1300" dirty="0" smtClean="0"/>
              <a:t>. </a:t>
            </a:r>
            <a:endParaRPr lang="ko-KR" altLang="en-US" sz="1300" dirty="0" smtClean="0"/>
          </a:p>
          <a:p>
            <a:endParaRPr lang="en-US" altLang="ko-KR" sz="1300" dirty="0" smtClean="0"/>
          </a:p>
          <a:p>
            <a:r>
              <a:rPr lang="ko-KR" altLang="en-US" sz="1300" dirty="0" smtClean="0"/>
              <a:t>□ </a:t>
            </a:r>
            <a:r>
              <a:rPr lang="ko-KR" altLang="en-US" sz="1300" dirty="0" smtClean="0"/>
              <a:t>또 신부의 어머니인 윤경숙 여사는 한국조리사관직업전문학교 이사장으로 있으면서 </a:t>
            </a:r>
            <a:r>
              <a:rPr lang="en-US" altLang="ko-KR" sz="1300" dirty="0" smtClean="0"/>
              <a:t>2014</a:t>
            </a:r>
            <a:r>
              <a:rPr lang="ko-KR" altLang="en-US" sz="1300" dirty="0" smtClean="0"/>
              <a:t>년부터 서울지방보훈청과 인연을 맺고 국가유공자를 위한 </a:t>
            </a:r>
            <a:r>
              <a:rPr lang="ko-KR" altLang="en-US" sz="1300" dirty="0" err="1" smtClean="0"/>
              <a:t>계기별</a:t>
            </a:r>
            <a:r>
              <a:rPr lang="ko-KR" altLang="en-US" sz="1300" dirty="0" smtClean="0"/>
              <a:t> </a:t>
            </a:r>
            <a:r>
              <a:rPr lang="ko-KR" altLang="en-US" sz="1300" dirty="0" err="1" smtClean="0"/>
              <a:t>음식나눔을</a:t>
            </a:r>
            <a:r>
              <a:rPr lang="ko-KR" altLang="en-US" sz="1300" dirty="0" smtClean="0"/>
              <a:t> 실천해 오고 있어 대를 이은 </a:t>
            </a:r>
            <a:r>
              <a:rPr lang="ko-KR" altLang="en-US" sz="1300" dirty="0" err="1" smtClean="0"/>
              <a:t>나눔실천으로</a:t>
            </a:r>
            <a:r>
              <a:rPr lang="ko-KR" altLang="en-US" sz="1300" dirty="0" smtClean="0"/>
              <a:t> 더 훈훈한 감동을 전하고 있다</a:t>
            </a:r>
            <a:r>
              <a:rPr lang="en-US" altLang="ko-KR" sz="1300" dirty="0" smtClean="0"/>
              <a:t>.</a:t>
            </a:r>
            <a:endParaRPr lang="ko-KR" altLang="en-US" sz="1300" dirty="0" smtClean="0"/>
          </a:p>
          <a:p>
            <a:endParaRPr lang="en-US" altLang="ko-KR" sz="1300" dirty="0" smtClean="0"/>
          </a:p>
          <a:p>
            <a:r>
              <a:rPr lang="ko-KR" altLang="en-US" sz="1300" dirty="0" smtClean="0"/>
              <a:t>□ </a:t>
            </a:r>
            <a:r>
              <a:rPr lang="ko-KR" altLang="en-US" sz="1300" dirty="0" smtClean="0"/>
              <a:t>오는 </a:t>
            </a:r>
            <a:r>
              <a:rPr lang="en-US" altLang="ko-KR" sz="1300" dirty="0" smtClean="0"/>
              <a:t>6</a:t>
            </a:r>
            <a:r>
              <a:rPr lang="ko-KR" altLang="en-US" sz="1300" dirty="0" smtClean="0"/>
              <a:t>월 </a:t>
            </a:r>
            <a:r>
              <a:rPr lang="en-US" altLang="ko-KR" sz="1300" dirty="0" smtClean="0"/>
              <a:t>18</a:t>
            </a:r>
            <a:r>
              <a:rPr lang="ko-KR" altLang="en-US" sz="1300" dirty="0" smtClean="0"/>
              <a:t>일에 결혼식을 치를 예정인 예비부부는 </a:t>
            </a:r>
            <a:r>
              <a:rPr lang="en-US" altLang="ko-KR" sz="1300" dirty="0" smtClean="0"/>
              <a:t>6</a:t>
            </a:r>
            <a:r>
              <a:rPr lang="ko-KR" altLang="en-US" sz="1300" dirty="0" smtClean="0"/>
              <a:t>월 </a:t>
            </a:r>
            <a:r>
              <a:rPr lang="en-US" altLang="ko-KR" sz="1300" dirty="0" smtClean="0"/>
              <a:t>3</a:t>
            </a:r>
            <a:r>
              <a:rPr lang="ko-KR" altLang="en-US" sz="1300" dirty="0" smtClean="0"/>
              <a:t>일에 한국조리사관직업전문학교 강당에서 보훈공무원</a:t>
            </a:r>
            <a:r>
              <a:rPr lang="en-US" altLang="ko-KR" sz="1300" dirty="0" smtClean="0"/>
              <a:t>, </a:t>
            </a:r>
            <a:r>
              <a:rPr lang="ko-KR" altLang="en-US" sz="1300" dirty="0" smtClean="0"/>
              <a:t>한국조리사관직업전문학교 학생</a:t>
            </a:r>
            <a:r>
              <a:rPr lang="en-US" altLang="ko-KR" sz="1300" dirty="0" smtClean="0"/>
              <a:t>, </a:t>
            </a:r>
            <a:r>
              <a:rPr lang="ko-KR" altLang="en-US" sz="1300" dirty="0" smtClean="0"/>
              <a:t>교직원과 함께 생필품 선물세트를 제작 준비하고 직접 보훈가족을 방문해 감사의 선물을 전하고 위문을 드린다</a:t>
            </a:r>
            <a:r>
              <a:rPr lang="en-US" altLang="ko-KR" sz="1300" dirty="0" smtClean="0"/>
              <a:t>. </a:t>
            </a:r>
            <a:endParaRPr lang="ko-KR" altLang="en-US" sz="1300" dirty="0" smtClean="0"/>
          </a:p>
          <a:p>
            <a:endParaRPr lang="en-US" altLang="ko-KR" sz="1300" dirty="0" smtClean="0"/>
          </a:p>
          <a:p>
            <a:r>
              <a:rPr lang="ko-KR" altLang="en-US" sz="1300" dirty="0" smtClean="0"/>
              <a:t>□ </a:t>
            </a:r>
            <a:r>
              <a:rPr lang="ko-KR" altLang="en-US" sz="1300" dirty="0" smtClean="0"/>
              <a:t>양가 가족은 모두 이들 예비부부의 결혼 생활이 늘 섬김과 나눔의 생활이 될 수 있도록 의미 있는 나라사랑 실천을 위해 이번 국가유공자 위문을 준비했다며 앞으로 결혼 후에도 국가유공자를 위한 따뜻한 나눔이 지속되도록 곁에서 지원하겠다고 했다</a:t>
            </a:r>
            <a:r>
              <a:rPr lang="en-US" altLang="ko-KR" sz="1300" dirty="0" smtClean="0"/>
              <a:t>. </a:t>
            </a:r>
            <a:endParaRPr lang="ko-KR" altLang="en-US" sz="1300" dirty="0" smtClean="0"/>
          </a:p>
          <a:p>
            <a:endParaRPr lang="en-US" altLang="ko-KR" sz="1300" dirty="0" smtClean="0"/>
          </a:p>
          <a:p>
            <a:r>
              <a:rPr lang="ko-KR" altLang="en-US" sz="1300" dirty="0" smtClean="0"/>
              <a:t>□ </a:t>
            </a:r>
            <a:r>
              <a:rPr lang="ko-KR" altLang="en-US" sz="1300" dirty="0" smtClean="0"/>
              <a:t>이경근 청장은 “젊은 예비부부가 어른들의 뜻을 이어받아 나라사랑을 실천하는 것을 보니 대한민국의 미래가 밝게 느껴진다</a:t>
            </a:r>
            <a:r>
              <a:rPr lang="en-US" altLang="ko-KR" sz="1300" dirty="0" smtClean="0"/>
              <a:t>. </a:t>
            </a:r>
            <a:r>
              <a:rPr lang="ko-KR" altLang="en-US" sz="1300" dirty="0" smtClean="0"/>
              <a:t>이번 나눔 사례가 확산되어 전국민의 가슴에 </a:t>
            </a:r>
            <a:r>
              <a:rPr lang="ko-KR" altLang="en-US" sz="1300" dirty="0" err="1" smtClean="0"/>
              <a:t>나라사랑하는</a:t>
            </a:r>
            <a:r>
              <a:rPr lang="ko-KR" altLang="en-US" sz="1300" dirty="0" smtClean="0"/>
              <a:t> 마음이 새겨지기를 바란다</a:t>
            </a:r>
            <a:r>
              <a:rPr lang="en-US" altLang="ko-KR" sz="1300" dirty="0" smtClean="0"/>
              <a:t>.”</a:t>
            </a:r>
            <a:r>
              <a:rPr lang="ko-KR" altLang="en-US" sz="1300" dirty="0" smtClean="0"/>
              <a:t>고 했다</a:t>
            </a:r>
            <a:r>
              <a:rPr lang="en-US" altLang="ko-KR" sz="1300" dirty="0" smtClean="0"/>
              <a:t>. </a:t>
            </a:r>
            <a:endParaRPr lang="ko-KR" altLang="en-US" sz="1300" dirty="0"/>
          </a:p>
        </p:txBody>
      </p:sp>
      <p:pic>
        <p:nvPicPr>
          <p:cNvPr id="5" name="그림 4" descr="아름다운후원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8604" y="7572396"/>
            <a:ext cx="1928802" cy="1285868"/>
          </a:xfrm>
          <a:prstGeom prst="rect">
            <a:avLst/>
          </a:prstGeom>
        </p:spPr>
      </p:pic>
      <p:pic>
        <p:nvPicPr>
          <p:cNvPr id="8" name="그림 7" descr="아름다운후원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86232" y="7429521"/>
            <a:ext cx="2143140" cy="1428760"/>
          </a:xfrm>
          <a:prstGeom prst="rect">
            <a:avLst/>
          </a:prstGeom>
        </p:spPr>
      </p:pic>
      <p:pic>
        <p:nvPicPr>
          <p:cNvPr id="7" name="그림 6" descr="아름다운후원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321711" y="7215206"/>
            <a:ext cx="2035959" cy="13573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242</Words>
  <Application>Microsoft Office PowerPoint</Application>
  <PresentationFormat>화면 슬라이드 쇼(4:3)</PresentationFormat>
  <Paragraphs>15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admin</dc:creator>
  <cp:lastModifiedBy>admin</cp:lastModifiedBy>
  <cp:revision>5</cp:revision>
  <dcterms:created xsi:type="dcterms:W3CDTF">2016-05-27T04:47:48Z</dcterms:created>
  <dcterms:modified xsi:type="dcterms:W3CDTF">2016-06-03T08:35:05Z</dcterms:modified>
</cp:coreProperties>
</file>